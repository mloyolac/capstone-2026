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nva Sans Bold" charset="1" panose="020B0803030501040103"/>
      <p:regular r:id="rId12"/>
    </p:embeddedFont>
    <p:embeddedFont>
      <p:font typeface="Codec Pro Bold" charset="1" panose="00000600000000000000"/>
      <p:regular r:id="rId13"/>
    </p:embeddedFont>
    <p:embeddedFont>
      <p:font typeface="Telegraf Bold" charset="1" panose="00000800000000000000"/>
      <p:regular r:id="rId14"/>
    </p:embeddedFont>
    <p:embeddedFont>
      <p:font typeface="Codec Pro Ultra-Bold" charset="1" panose="00000700000000000000"/>
      <p:regular r:id="rId15"/>
    </p:embeddedFont>
    <p:embeddedFont>
      <p:font typeface="Open Sans Bold" charset="1" panose="020B0806030504020204"/>
      <p:regular r:id="rId16"/>
    </p:embeddedFont>
    <p:embeddedFont>
      <p:font typeface="Montaser Arabic Bold" charset="1" panose="00000800000000000000"/>
      <p:regular r:id="rId17"/>
    </p:embeddedFont>
    <p:embeddedFont>
      <p:font typeface="Libre Baskerville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653939" cy="10287000"/>
          </a:xfrm>
          <a:custGeom>
            <a:avLst/>
            <a:gdLst/>
            <a:ahLst/>
            <a:cxnLst/>
            <a:rect r="r" b="b" t="t" l="l"/>
            <a:pathLst>
              <a:path h="10287000" w="8653939">
                <a:moveTo>
                  <a:pt x="0" y="0"/>
                </a:moveTo>
                <a:lnTo>
                  <a:pt x="8653939" y="0"/>
                </a:lnTo>
                <a:lnTo>
                  <a:pt x="86539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972800" y="7997952"/>
            <a:ext cx="7315200" cy="2289048"/>
          </a:xfrm>
          <a:custGeom>
            <a:avLst/>
            <a:gdLst/>
            <a:ahLst/>
            <a:cxnLst/>
            <a:rect r="r" b="b" t="t" l="l"/>
            <a:pathLst>
              <a:path h="2289048" w="7315200">
                <a:moveTo>
                  <a:pt x="0" y="0"/>
                </a:moveTo>
                <a:lnTo>
                  <a:pt x="7315200" y="0"/>
                </a:lnTo>
                <a:lnTo>
                  <a:pt x="7315200" y="2289048"/>
                </a:lnTo>
                <a:lnTo>
                  <a:pt x="0" y="228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28700" y="1593822"/>
            <a:ext cx="7243333" cy="7215038"/>
            <a:chOff x="0" y="0"/>
            <a:chExt cx="6502400" cy="647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223" t="-11097" r="223" b="-1109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EFD91B"/>
            </a:solid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-940492" y="8937717"/>
            <a:ext cx="10534922" cy="4859233"/>
          </a:xfrm>
          <a:custGeom>
            <a:avLst/>
            <a:gdLst/>
            <a:ahLst/>
            <a:cxnLst/>
            <a:rect r="r" b="b" t="t" l="l"/>
            <a:pathLst>
              <a:path h="4859233" w="10534922">
                <a:moveTo>
                  <a:pt x="10534922" y="0"/>
                </a:moveTo>
                <a:lnTo>
                  <a:pt x="0" y="0"/>
                </a:lnTo>
                <a:lnTo>
                  <a:pt x="0" y="4859233"/>
                </a:lnTo>
                <a:lnTo>
                  <a:pt x="10534922" y="4859233"/>
                </a:lnTo>
                <a:lnTo>
                  <a:pt x="1053492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7812899" y="-3168545"/>
            <a:ext cx="10534922" cy="4859233"/>
          </a:xfrm>
          <a:custGeom>
            <a:avLst/>
            <a:gdLst/>
            <a:ahLst/>
            <a:cxnLst/>
            <a:rect r="r" b="b" t="t" l="l"/>
            <a:pathLst>
              <a:path h="4859233" w="10534922">
                <a:moveTo>
                  <a:pt x="10534923" y="0"/>
                </a:moveTo>
                <a:lnTo>
                  <a:pt x="0" y="0"/>
                </a:lnTo>
                <a:lnTo>
                  <a:pt x="0" y="4859233"/>
                </a:lnTo>
                <a:lnTo>
                  <a:pt x="10534923" y="4859233"/>
                </a:lnTo>
                <a:lnTo>
                  <a:pt x="1053492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70360" y="0"/>
            <a:ext cx="4177462" cy="1028700"/>
          </a:xfrm>
          <a:custGeom>
            <a:avLst/>
            <a:gdLst/>
            <a:ahLst/>
            <a:cxnLst/>
            <a:rect r="r" b="b" t="t" l="l"/>
            <a:pathLst>
              <a:path h="1028700" w="4177462">
                <a:moveTo>
                  <a:pt x="0" y="0"/>
                </a:moveTo>
                <a:lnTo>
                  <a:pt x="4177462" y="0"/>
                </a:lnTo>
                <a:lnTo>
                  <a:pt x="417746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4189" y="377086"/>
            <a:ext cx="6178270" cy="651614"/>
          </a:xfrm>
          <a:custGeom>
            <a:avLst/>
            <a:gdLst/>
            <a:ahLst/>
            <a:cxnLst/>
            <a:rect r="r" b="b" t="t" l="l"/>
            <a:pathLst>
              <a:path h="651614" w="6178270">
                <a:moveTo>
                  <a:pt x="0" y="0"/>
                </a:moveTo>
                <a:lnTo>
                  <a:pt x="6178269" y="0"/>
                </a:lnTo>
                <a:lnTo>
                  <a:pt x="6178269" y="651614"/>
                </a:lnTo>
                <a:lnTo>
                  <a:pt x="0" y="651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16688" y="2364489"/>
            <a:ext cx="9431134" cy="68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</a:pPr>
            <a:r>
              <a:rPr lang="en-US" sz="5107" b="true">
                <a:solidFill>
                  <a:srgbClr val="065F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SISTEMA DE </a:t>
            </a:r>
            <a:r>
              <a:rPr lang="en-US" sz="5107" b="true">
                <a:solidFill>
                  <a:srgbClr val="065F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Gestión omm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4964" y="6697295"/>
            <a:ext cx="77179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MATÍAS CISTERNAS - MATÍAS LOYOLA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64423" y="9612332"/>
            <a:ext cx="243838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37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MM 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4964" y="3280360"/>
            <a:ext cx="6350794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OBRAS, MANTENCIÓN Y MEJORAS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Hotel El Almendro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79939" y="-5403486"/>
            <a:ext cx="12795907" cy="6432186"/>
            <a:chOff x="0" y="0"/>
            <a:chExt cx="16169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948" cy="812800"/>
            </a:xfrm>
            <a:custGeom>
              <a:avLst/>
              <a:gdLst/>
              <a:ahLst/>
              <a:cxnLst/>
              <a:rect r="r" b="b" t="t" l="l"/>
              <a:pathLst>
                <a:path h="812800" w="1616948">
                  <a:moveTo>
                    <a:pt x="808474" y="0"/>
                  </a:moveTo>
                  <a:cubicBezTo>
                    <a:pt x="361966" y="0"/>
                    <a:pt x="0" y="181951"/>
                    <a:pt x="0" y="406400"/>
                  </a:cubicBezTo>
                  <a:cubicBezTo>
                    <a:pt x="0" y="630849"/>
                    <a:pt x="361966" y="812800"/>
                    <a:pt x="808474" y="812800"/>
                  </a:cubicBezTo>
                  <a:cubicBezTo>
                    <a:pt x="1254982" y="812800"/>
                    <a:pt x="1616948" y="630849"/>
                    <a:pt x="1616948" y="406400"/>
                  </a:cubicBezTo>
                  <a:cubicBezTo>
                    <a:pt x="1616948" y="181951"/>
                    <a:pt x="1254982" y="0"/>
                    <a:pt x="808474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1589" y="76200"/>
              <a:ext cx="1313771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015967" y="1535981"/>
            <a:ext cx="7243333" cy="7215038"/>
            <a:chOff x="0" y="0"/>
            <a:chExt cx="6502400" cy="647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223" t="-16665" r="223" b="-1666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EFD91B"/>
            </a:solidFill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13358793" y="6164815"/>
            <a:ext cx="4989029" cy="4122185"/>
          </a:xfrm>
          <a:custGeom>
            <a:avLst/>
            <a:gdLst/>
            <a:ahLst/>
            <a:cxnLst/>
            <a:rect r="r" b="b" t="t" l="l"/>
            <a:pathLst>
              <a:path h="4122185" w="4989029">
                <a:moveTo>
                  <a:pt x="4989029" y="0"/>
                </a:moveTo>
                <a:lnTo>
                  <a:pt x="0" y="0"/>
                </a:lnTo>
                <a:lnTo>
                  <a:pt x="0" y="4122185"/>
                </a:lnTo>
                <a:lnTo>
                  <a:pt x="4989029" y="4122185"/>
                </a:lnTo>
                <a:lnTo>
                  <a:pt x="49890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735630" y="8855475"/>
            <a:ext cx="4574780" cy="1431525"/>
          </a:xfrm>
          <a:custGeom>
            <a:avLst/>
            <a:gdLst/>
            <a:ahLst/>
            <a:cxnLst/>
            <a:rect r="r" b="b" t="t" l="l"/>
            <a:pathLst>
              <a:path h="1431525" w="4574780">
                <a:moveTo>
                  <a:pt x="0" y="0"/>
                </a:moveTo>
                <a:lnTo>
                  <a:pt x="4574780" y="0"/>
                </a:lnTo>
                <a:lnTo>
                  <a:pt x="4574780" y="1431525"/>
                </a:lnTo>
                <a:lnTo>
                  <a:pt x="0" y="1431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7356478" cy="2301965"/>
          </a:xfrm>
          <a:custGeom>
            <a:avLst/>
            <a:gdLst/>
            <a:ahLst/>
            <a:cxnLst/>
            <a:rect r="r" b="b" t="t" l="l"/>
            <a:pathLst>
              <a:path h="2301965" w="7356478">
                <a:moveTo>
                  <a:pt x="0" y="0"/>
                </a:moveTo>
                <a:lnTo>
                  <a:pt x="7356478" y="0"/>
                </a:lnTo>
                <a:lnTo>
                  <a:pt x="7356478" y="2301965"/>
                </a:lnTo>
                <a:lnTo>
                  <a:pt x="0" y="230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43278">
            <a:off x="9845182" y="-2716635"/>
            <a:ext cx="10534922" cy="4859233"/>
          </a:xfrm>
          <a:custGeom>
            <a:avLst/>
            <a:gdLst/>
            <a:ahLst/>
            <a:cxnLst/>
            <a:rect r="r" b="b" t="t" l="l"/>
            <a:pathLst>
              <a:path h="4859233" w="10534922">
                <a:moveTo>
                  <a:pt x="10534922" y="0"/>
                </a:moveTo>
                <a:lnTo>
                  <a:pt x="0" y="0"/>
                </a:lnTo>
                <a:lnTo>
                  <a:pt x="0" y="4859233"/>
                </a:lnTo>
                <a:lnTo>
                  <a:pt x="10534922" y="4859233"/>
                </a:lnTo>
                <a:lnTo>
                  <a:pt x="1053492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70360" y="0"/>
            <a:ext cx="4177462" cy="1028700"/>
          </a:xfrm>
          <a:custGeom>
            <a:avLst/>
            <a:gdLst/>
            <a:ahLst/>
            <a:cxnLst/>
            <a:rect r="r" b="b" t="t" l="l"/>
            <a:pathLst>
              <a:path h="1028700" w="4177462">
                <a:moveTo>
                  <a:pt x="0" y="0"/>
                </a:moveTo>
                <a:lnTo>
                  <a:pt x="4177462" y="0"/>
                </a:lnTo>
                <a:lnTo>
                  <a:pt x="417746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259669" y="4115223"/>
            <a:ext cx="2238137" cy="2049592"/>
            <a:chOff x="0" y="0"/>
            <a:chExt cx="571907" cy="5237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1907" cy="523728"/>
            </a:xfrm>
            <a:custGeom>
              <a:avLst/>
              <a:gdLst/>
              <a:ahLst/>
              <a:cxnLst/>
              <a:rect r="r" b="b" t="t" l="l"/>
              <a:pathLst>
                <a:path h="523728" w="571907">
                  <a:moveTo>
                    <a:pt x="41509" y="0"/>
                  </a:moveTo>
                  <a:lnTo>
                    <a:pt x="530398" y="0"/>
                  </a:lnTo>
                  <a:cubicBezTo>
                    <a:pt x="541406" y="0"/>
                    <a:pt x="551964" y="4373"/>
                    <a:pt x="559749" y="12158"/>
                  </a:cubicBezTo>
                  <a:cubicBezTo>
                    <a:pt x="567533" y="19942"/>
                    <a:pt x="571907" y="30500"/>
                    <a:pt x="571907" y="41509"/>
                  </a:cubicBezTo>
                  <a:lnTo>
                    <a:pt x="571907" y="482219"/>
                  </a:lnTo>
                  <a:cubicBezTo>
                    <a:pt x="571907" y="493228"/>
                    <a:pt x="567533" y="503786"/>
                    <a:pt x="559749" y="511570"/>
                  </a:cubicBezTo>
                  <a:cubicBezTo>
                    <a:pt x="551964" y="519355"/>
                    <a:pt x="541406" y="523728"/>
                    <a:pt x="530398" y="523728"/>
                  </a:cubicBezTo>
                  <a:lnTo>
                    <a:pt x="41509" y="523728"/>
                  </a:lnTo>
                  <a:cubicBezTo>
                    <a:pt x="30500" y="523728"/>
                    <a:pt x="19942" y="519355"/>
                    <a:pt x="12158" y="511570"/>
                  </a:cubicBezTo>
                  <a:cubicBezTo>
                    <a:pt x="4373" y="503786"/>
                    <a:pt x="0" y="493228"/>
                    <a:pt x="0" y="482219"/>
                  </a:cubicBezTo>
                  <a:lnTo>
                    <a:pt x="0" y="41509"/>
                  </a:lnTo>
                  <a:cubicBezTo>
                    <a:pt x="0" y="30500"/>
                    <a:pt x="4373" y="19942"/>
                    <a:pt x="12158" y="12158"/>
                  </a:cubicBezTo>
                  <a:cubicBezTo>
                    <a:pt x="19942" y="4373"/>
                    <a:pt x="30500" y="0"/>
                    <a:pt x="41509" y="0"/>
                  </a:cubicBezTo>
                  <a:close/>
                </a:path>
              </a:pathLst>
            </a:custGeom>
            <a:solidFill>
              <a:srgbClr val="EFD91B"/>
            </a:solidFill>
            <a:ln w="38100" cap="sq">
              <a:solidFill>
                <a:srgbClr val="1976D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71907" cy="561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554192" y="4391744"/>
            <a:ext cx="1649092" cy="1530503"/>
          </a:xfrm>
          <a:custGeom>
            <a:avLst/>
            <a:gdLst/>
            <a:ahLst/>
            <a:cxnLst/>
            <a:rect r="r" b="b" t="t" l="l"/>
            <a:pathLst>
              <a:path h="1530503" w="1649092">
                <a:moveTo>
                  <a:pt x="0" y="0"/>
                </a:moveTo>
                <a:lnTo>
                  <a:pt x="1649092" y="0"/>
                </a:lnTo>
                <a:lnTo>
                  <a:pt x="1649092" y="1530503"/>
                </a:lnTo>
                <a:lnTo>
                  <a:pt x="0" y="1530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39" t="0" r="-2139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769199" y="4110884"/>
            <a:ext cx="2238137" cy="2049592"/>
            <a:chOff x="0" y="0"/>
            <a:chExt cx="571907" cy="5237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907" cy="523728"/>
            </a:xfrm>
            <a:custGeom>
              <a:avLst/>
              <a:gdLst/>
              <a:ahLst/>
              <a:cxnLst/>
              <a:rect r="r" b="b" t="t" l="l"/>
              <a:pathLst>
                <a:path h="523728" w="571907">
                  <a:moveTo>
                    <a:pt x="41509" y="0"/>
                  </a:moveTo>
                  <a:lnTo>
                    <a:pt x="530398" y="0"/>
                  </a:lnTo>
                  <a:cubicBezTo>
                    <a:pt x="541406" y="0"/>
                    <a:pt x="551964" y="4373"/>
                    <a:pt x="559749" y="12158"/>
                  </a:cubicBezTo>
                  <a:cubicBezTo>
                    <a:pt x="567533" y="19942"/>
                    <a:pt x="571907" y="30500"/>
                    <a:pt x="571907" y="41509"/>
                  </a:cubicBezTo>
                  <a:lnTo>
                    <a:pt x="571907" y="482219"/>
                  </a:lnTo>
                  <a:cubicBezTo>
                    <a:pt x="571907" y="493228"/>
                    <a:pt x="567533" y="503786"/>
                    <a:pt x="559749" y="511570"/>
                  </a:cubicBezTo>
                  <a:cubicBezTo>
                    <a:pt x="551964" y="519355"/>
                    <a:pt x="541406" y="523728"/>
                    <a:pt x="530398" y="523728"/>
                  </a:cubicBezTo>
                  <a:lnTo>
                    <a:pt x="41509" y="523728"/>
                  </a:lnTo>
                  <a:cubicBezTo>
                    <a:pt x="30500" y="523728"/>
                    <a:pt x="19942" y="519355"/>
                    <a:pt x="12158" y="511570"/>
                  </a:cubicBezTo>
                  <a:cubicBezTo>
                    <a:pt x="4373" y="503786"/>
                    <a:pt x="0" y="493228"/>
                    <a:pt x="0" y="482219"/>
                  </a:cubicBezTo>
                  <a:lnTo>
                    <a:pt x="0" y="41509"/>
                  </a:lnTo>
                  <a:cubicBezTo>
                    <a:pt x="0" y="30500"/>
                    <a:pt x="4373" y="19942"/>
                    <a:pt x="12158" y="12158"/>
                  </a:cubicBezTo>
                  <a:cubicBezTo>
                    <a:pt x="19942" y="4373"/>
                    <a:pt x="30500" y="0"/>
                    <a:pt x="41509" y="0"/>
                  </a:cubicBezTo>
                  <a:close/>
                </a:path>
              </a:pathLst>
            </a:custGeom>
            <a:solidFill>
              <a:srgbClr val="EFD91B"/>
            </a:solidFill>
            <a:ln w="38100" cap="sq">
              <a:solidFill>
                <a:srgbClr val="1976D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71907" cy="561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077707" y="4329172"/>
            <a:ext cx="1621122" cy="1613016"/>
          </a:xfrm>
          <a:custGeom>
            <a:avLst/>
            <a:gdLst/>
            <a:ahLst/>
            <a:cxnLst/>
            <a:rect r="r" b="b" t="t" l="l"/>
            <a:pathLst>
              <a:path h="1613016" w="1621122">
                <a:moveTo>
                  <a:pt x="0" y="0"/>
                </a:moveTo>
                <a:lnTo>
                  <a:pt x="1621122" y="0"/>
                </a:lnTo>
                <a:lnTo>
                  <a:pt x="1621122" y="1613016"/>
                </a:lnTo>
                <a:lnTo>
                  <a:pt x="0" y="1613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203284" y="7307815"/>
            <a:ext cx="2238137" cy="2049592"/>
            <a:chOff x="0" y="0"/>
            <a:chExt cx="571907" cy="5237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1907" cy="523728"/>
            </a:xfrm>
            <a:custGeom>
              <a:avLst/>
              <a:gdLst/>
              <a:ahLst/>
              <a:cxnLst/>
              <a:rect r="r" b="b" t="t" l="l"/>
              <a:pathLst>
                <a:path h="523728" w="571907">
                  <a:moveTo>
                    <a:pt x="41509" y="0"/>
                  </a:moveTo>
                  <a:lnTo>
                    <a:pt x="530398" y="0"/>
                  </a:lnTo>
                  <a:cubicBezTo>
                    <a:pt x="541406" y="0"/>
                    <a:pt x="551964" y="4373"/>
                    <a:pt x="559749" y="12158"/>
                  </a:cubicBezTo>
                  <a:cubicBezTo>
                    <a:pt x="567533" y="19942"/>
                    <a:pt x="571907" y="30500"/>
                    <a:pt x="571907" y="41509"/>
                  </a:cubicBezTo>
                  <a:lnTo>
                    <a:pt x="571907" y="482219"/>
                  </a:lnTo>
                  <a:cubicBezTo>
                    <a:pt x="571907" y="493228"/>
                    <a:pt x="567533" y="503786"/>
                    <a:pt x="559749" y="511570"/>
                  </a:cubicBezTo>
                  <a:cubicBezTo>
                    <a:pt x="551964" y="519355"/>
                    <a:pt x="541406" y="523728"/>
                    <a:pt x="530398" y="523728"/>
                  </a:cubicBezTo>
                  <a:lnTo>
                    <a:pt x="41509" y="523728"/>
                  </a:lnTo>
                  <a:cubicBezTo>
                    <a:pt x="30500" y="523728"/>
                    <a:pt x="19942" y="519355"/>
                    <a:pt x="12158" y="511570"/>
                  </a:cubicBezTo>
                  <a:cubicBezTo>
                    <a:pt x="4373" y="503786"/>
                    <a:pt x="0" y="493228"/>
                    <a:pt x="0" y="482219"/>
                  </a:cubicBezTo>
                  <a:lnTo>
                    <a:pt x="0" y="41509"/>
                  </a:lnTo>
                  <a:cubicBezTo>
                    <a:pt x="0" y="30500"/>
                    <a:pt x="4373" y="19942"/>
                    <a:pt x="12158" y="12158"/>
                  </a:cubicBezTo>
                  <a:cubicBezTo>
                    <a:pt x="19942" y="4373"/>
                    <a:pt x="30500" y="0"/>
                    <a:pt x="41509" y="0"/>
                  </a:cubicBezTo>
                  <a:close/>
                </a:path>
              </a:pathLst>
            </a:custGeom>
            <a:solidFill>
              <a:srgbClr val="EFD91B"/>
            </a:solidFill>
            <a:ln w="38100" cap="sq">
              <a:solidFill>
                <a:srgbClr val="1976D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71907" cy="561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473824" y="7696215"/>
            <a:ext cx="1697057" cy="1272793"/>
          </a:xfrm>
          <a:custGeom>
            <a:avLst/>
            <a:gdLst/>
            <a:ahLst/>
            <a:cxnLst/>
            <a:rect r="r" b="b" t="t" l="l"/>
            <a:pathLst>
              <a:path h="1272793" w="1697057">
                <a:moveTo>
                  <a:pt x="0" y="0"/>
                </a:moveTo>
                <a:lnTo>
                  <a:pt x="1697057" y="0"/>
                </a:lnTo>
                <a:lnTo>
                  <a:pt x="1697057" y="1272792"/>
                </a:lnTo>
                <a:lnTo>
                  <a:pt x="0" y="12727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48183" y="2080789"/>
            <a:ext cx="67591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65F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 ACTUAL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7757" y="-4229819"/>
            <a:ext cx="10118711" cy="5086426"/>
            <a:chOff x="0" y="0"/>
            <a:chExt cx="16169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948" cy="812800"/>
            </a:xfrm>
            <a:custGeom>
              <a:avLst/>
              <a:gdLst/>
              <a:ahLst/>
              <a:cxnLst/>
              <a:rect r="r" b="b" t="t" l="l"/>
              <a:pathLst>
                <a:path h="812800" w="1616948">
                  <a:moveTo>
                    <a:pt x="808474" y="0"/>
                  </a:moveTo>
                  <a:cubicBezTo>
                    <a:pt x="361966" y="0"/>
                    <a:pt x="0" y="181951"/>
                    <a:pt x="0" y="406400"/>
                  </a:cubicBezTo>
                  <a:cubicBezTo>
                    <a:pt x="0" y="630849"/>
                    <a:pt x="361966" y="812800"/>
                    <a:pt x="808474" y="812800"/>
                  </a:cubicBezTo>
                  <a:cubicBezTo>
                    <a:pt x="1254982" y="812800"/>
                    <a:pt x="1616948" y="630849"/>
                    <a:pt x="1616948" y="406400"/>
                  </a:cubicBezTo>
                  <a:cubicBezTo>
                    <a:pt x="1616948" y="181951"/>
                    <a:pt x="1254982" y="0"/>
                    <a:pt x="808474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1589" y="76200"/>
              <a:ext cx="1313771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53563"/>
            <a:ext cx="5817335" cy="1820341"/>
          </a:xfrm>
          <a:custGeom>
            <a:avLst/>
            <a:gdLst/>
            <a:ahLst/>
            <a:cxnLst/>
            <a:rect r="r" b="b" t="t" l="l"/>
            <a:pathLst>
              <a:path h="1820341" w="5817335">
                <a:moveTo>
                  <a:pt x="0" y="0"/>
                </a:moveTo>
                <a:lnTo>
                  <a:pt x="5817335" y="0"/>
                </a:lnTo>
                <a:lnTo>
                  <a:pt x="5817335" y="1820341"/>
                </a:lnTo>
                <a:lnTo>
                  <a:pt x="0" y="1820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243278">
            <a:off x="-1284957" y="9124923"/>
            <a:ext cx="10534922" cy="4859233"/>
          </a:xfrm>
          <a:custGeom>
            <a:avLst/>
            <a:gdLst/>
            <a:ahLst/>
            <a:cxnLst/>
            <a:rect r="r" b="b" t="t" l="l"/>
            <a:pathLst>
              <a:path h="4859233" w="10534922">
                <a:moveTo>
                  <a:pt x="10534922" y="0"/>
                </a:moveTo>
                <a:lnTo>
                  <a:pt x="0" y="0"/>
                </a:lnTo>
                <a:lnTo>
                  <a:pt x="0" y="4859233"/>
                </a:lnTo>
                <a:lnTo>
                  <a:pt x="10534922" y="4859233"/>
                </a:lnTo>
                <a:lnTo>
                  <a:pt x="105349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70360" y="0"/>
            <a:ext cx="4177462" cy="1028700"/>
          </a:xfrm>
          <a:custGeom>
            <a:avLst/>
            <a:gdLst/>
            <a:ahLst/>
            <a:cxnLst/>
            <a:rect r="r" b="b" t="t" l="l"/>
            <a:pathLst>
              <a:path h="1028700" w="4177462">
                <a:moveTo>
                  <a:pt x="0" y="0"/>
                </a:moveTo>
                <a:lnTo>
                  <a:pt x="4177462" y="0"/>
                </a:lnTo>
                <a:lnTo>
                  <a:pt x="417746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2773" y="2846059"/>
            <a:ext cx="3587410" cy="1955139"/>
          </a:xfrm>
          <a:custGeom>
            <a:avLst/>
            <a:gdLst/>
            <a:ahLst/>
            <a:cxnLst/>
            <a:rect r="r" b="b" t="t" l="l"/>
            <a:pathLst>
              <a:path h="1955139" w="3587410">
                <a:moveTo>
                  <a:pt x="0" y="0"/>
                </a:moveTo>
                <a:lnTo>
                  <a:pt x="3587410" y="0"/>
                </a:lnTo>
                <a:lnTo>
                  <a:pt x="3587410" y="1955138"/>
                </a:lnTo>
                <a:lnTo>
                  <a:pt x="0" y="19551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2773" y="5102321"/>
            <a:ext cx="3587410" cy="1955139"/>
          </a:xfrm>
          <a:custGeom>
            <a:avLst/>
            <a:gdLst/>
            <a:ahLst/>
            <a:cxnLst/>
            <a:rect r="r" b="b" t="t" l="l"/>
            <a:pathLst>
              <a:path h="1955139" w="3587410">
                <a:moveTo>
                  <a:pt x="0" y="0"/>
                </a:moveTo>
                <a:lnTo>
                  <a:pt x="3587410" y="0"/>
                </a:lnTo>
                <a:lnTo>
                  <a:pt x="3587410" y="1955138"/>
                </a:lnTo>
                <a:lnTo>
                  <a:pt x="0" y="19551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2773" y="7362259"/>
            <a:ext cx="3587410" cy="1955139"/>
          </a:xfrm>
          <a:custGeom>
            <a:avLst/>
            <a:gdLst/>
            <a:ahLst/>
            <a:cxnLst/>
            <a:rect r="r" b="b" t="t" l="l"/>
            <a:pathLst>
              <a:path h="1955139" w="3587410">
                <a:moveTo>
                  <a:pt x="0" y="0"/>
                </a:moveTo>
                <a:lnTo>
                  <a:pt x="3587410" y="0"/>
                </a:lnTo>
                <a:lnTo>
                  <a:pt x="3587410" y="1955139"/>
                </a:lnTo>
                <a:lnTo>
                  <a:pt x="0" y="19551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71888" y="2846059"/>
            <a:ext cx="3587410" cy="1955139"/>
          </a:xfrm>
          <a:custGeom>
            <a:avLst/>
            <a:gdLst/>
            <a:ahLst/>
            <a:cxnLst/>
            <a:rect r="r" b="b" t="t" l="l"/>
            <a:pathLst>
              <a:path h="1955139" w="3587410">
                <a:moveTo>
                  <a:pt x="0" y="0"/>
                </a:moveTo>
                <a:lnTo>
                  <a:pt x="3587410" y="0"/>
                </a:lnTo>
                <a:lnTo>
                  <a:pt x="3587410" y="1955138"/>
                </a:lnTo>
                <a:lnTo>
                  <a:pt x="0" y="19551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71888" y="5143500"/>
            <a:ext cx="3587410" cy="1955139"/>
          </a:xfrm>
          <a:custGeom>
            <a:avLst/>
            <a:gdLst/>
            <a:ahLst/>
            <a:cxnLst/>
            <a:rect r="r" b="b" t="t" l="l"/>
            <a:pathLst>
              <a:path h="1955139" w="3587410">
                <a:moveTo>
                  <a:pt x="0" y="0"/>
                </a:moveTo>
                <a:lnTo>
                  <a:pt x="3587410" y="0"/>
                </a:lnTo>
                <a:lnTo>
                  <a:pt x="3587410" y="1955139"/>
                </a:lnTo>
                <a:lnTo>
                  <a:pt x="0" y="19551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71888" y="7412964"/>
            <a:ext cx="3587410" cy="1955139"/>
          </a:xfrm>
          <a:custGeom>
            <a:avLst/>
            <a:gdLst/>
            <a:ahLst/>
            <a:cxnLst/>
            <a:rect r="r" b="b" t="t" l="l"/>
            <a:pathLst>
              <a:path h="1955139" w="3587410">
                <a:moveTo>
                  <a:pt x="0" y="0"/>
                </a:moveTo>
                <a:lnTo>
                  <a:pt x="3587410" y="0"/>
                </a:lnTo>
                <a:lnTo>
                  <a:pt x="3587410" y="1955138"/>
                </a:lnTo>
                <a:lnTo>
                  <a:pt x="0" y="19551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1983704"/>
            <a:ext cx="7335729" cy="1930434"/>
          </a:xfrm>
          <a:custGeom>
            <a:avLst/>
            <a:gdLst/>
            <a:ahLst/>
            <a:cxnLst/>
            <a:rect r="r" b="b" t="t" l="l"/>
            <a:pathLst>
              <a:path h="1930434" w="7335729">
                <a:moveTo>
                  <a:pt x="0" y="0"/>
                </a:moveTo>
                <a:lnTo>
                  <a:pt x="7335729" y="0"/>
                </a:lnTo>
                <a:lnTo>
                  <a:pt x="7335729" y="1930434"/>
                </a:lnTo>
                <a:lnTo>
                  <a:pt x="0" y="19304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0" r="0" b="-35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4018913"/>
            <a:ext cx="7335729" cy="1930434"/>
          </a:xfrm>
          <a:custGeom>
            <a:avLst/>
            <a:gdLst/>
            <a:ahLst/>
            <a:cxnLst/>
            <a:rect r="r" b="b" t="t" l="l"/>
            <a:pathLst>
              <a:path h="1930434" w="7335729">
                <a:moveTo>
                  <a:pt x="0" y="0"/>
                </a:moveTo>
                <a:lnTo>
                  <a:pt x="7335729" y="0"/>
                </a:lnTo>
                <a:lnTo>
                  <a:pt x="7335729" y="1930434"/>
                </a:lnTo>
                <a:lnTo>
                  <a:pt x="0" y="19304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0" r="0" b="-35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6054122"/>
            <a:ext cx="7335729" cy="1930434"/>
          </a:xfrm>
          <a:custGeom>
            <a:avLst/>
            <a:gdLst/>
            <a:ahLst/>
            <a:cxnLst/>
            <a:rect r="r" b="b" t="t" l="l"/>
            <a:pathLst>
              <a:path h="1930434" w="7335729">
                <a:moveTo>
                  <a:pt x="0" y="0"/>
                </a:moveTo>
                <a:lnTo>
                  <a:pt x="7335729" y="0"/>
                </a:lnTo>
                <a:lnTo>
                  <a:pt x="7335729" y="1930434"/>
                </a:lnTo>
                <a:lnTo>
                  <a:pt x="0" y="19304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0" r="0" b="-35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8089541"/>
            <a:ext cx="7335729" cy="1930434"/>
          </a:xfrm>
          <a:custGeom>
            <a:avLst/>
            <a:gdLst/>
            <a:ahLst/>
            <a:cxnLst/>
            <a:rect r="r" b="b" t="t" l="l"/>
            <a:pathLst>
              <a:path h="1930434" w="7335729">
                <a:moveTo>
                  <a:pt x="0" y="0"/>
                </a:moveTo>
                <a:lnTo>
                  <a:pt x="7335729" y="0"/>
                </a:lnTo>
                <a:lnTo>
                  <a:pt x="7335729" y="1930434"/>
                </a:lnTo>
                <a:lnTo>
                  <a:pt x="0" y="19304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0" r="0" b="-35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487082" y="2382447"/>
            <a:ext cx="1101062" cy="1141166"/>
            <a:chOff x="0" y="0"/>
            <a:chExt cx="822104" cy="852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104" cy="852047"/>
            </a:xfrm>
            <a:custGeom>
              <a:avLst/>
              <a:gdLst/>
              <a:ahLst/>
              <a:cxnLst/>
              <a:rect r="r" b="b" t="t" l="l"/>
              <a:pathLst>
                <a:path h="852047" w="822104">
                  <a:moveTo>
                    <a:pt x="411052" y="0"/>
                  </a:moveTo>
                  <a:cubicBezTo>
                    <a:pt x="184034" y="0"/>
                    <a:pt x="0" y="190737"/>
                    <a:pt x="0" y="426024"/>
                  </a:cubicBezTo>
                  <a:cubicBezTo>
                    <a:pt x="0" y="661310"/>
                    <a:pt x="184034" y="852047"/>
                    <a:pt x="411052" y="852047"/>
                  </a:cubicBezTo>
                  <a:cubicBezTo>
                    <a:pt x="638070" y="852047"/>
                    <a:pt x="822104" y="661310"/>
                    <a:pt x="822104" y="426024"/>
                  </a:cubicBezTo>
                  <a:cubicBezTo>
                    <a:pt x="822104" y="190737"/>
                    <a:pt x="638070" y="0"/>
                    <a:pt x="411052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7072" y="3679"/>
              <a:ext cx="667959" cy="76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87082" y="4413547"/>
            <a:ext cx="1101062" cy="1141166"/>
            <a:chOff x="0" y="0"/>
            <a:chExt cx="822104" cy="8520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104" cy="852047"/>
            </a:xfrm>
            <a:custGeom>
              <a:avLst/>
              <a:gdLst/>
              <a:ahLst/>
              <a:cxnLst/>
              <a:rect r="r" b="b" t="t" l="l"/>
              <a:pathLst>
                <a:path h="852047" w="822104">
                  <a:moveTo>
                    <a:pt x="411052" y="0"/>
                  </a:moveTo>
                  <a:cubicBezTo>
                    <a:pt x="184034" y="0"/>
                    <a:pt x="0" y="190737"/>
                    <a:pt x="0" y="426024"/>
                  </a:cubicBezTo>
                  <a:cubicBezTo>
                    <a:pt x="0" y="661310"/>
                    <a:pt x="184034" y="852047"/>
                    <a:pt x="411052" y="852047"/>
                  </a:cubicBezTo>
                  <a:cubicBezTo>
                    <a:pt x="638070" y="852047"/>
                    <a:pt x="822104" y="661310"/>
                    <a:pt x="822104" y="426024"/>
                  </a:cubicBezTo>
                  <a:cubicBezTo>
                    <a:pt x="822104" y="190737"/>
                    <a:pt x="638070" y="0"/>
                    <a:pt x="411052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7072" y="3679"/>
              <a:ext cx="667959" cy="76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87082" y="6444647"/>
            <a:ext cx="1101062" cy="1141166"/>
            <a:chOff x="0" y="0"/>
            <a:chExt cx="822104" cy="8520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104" cy="852047"/>
            </a:xfrm>
            <a:custGeom>
              <a:avLst/>
              <a:gdLst/>
              <a:ahLst/>
              <a:cxnLst/>
              <a:rect r="r" b="b" t="t" l="l"/>
              <a:pathLst>
                <a:path h="852047" w="822104">
                  <a:moveTo>
                    <a:pt x="411052" y="0"/>
                  </a:moveTo>
                  <a:cubicBezTo>
                    <a:pt x="184034" y="0"/>
                    <a:pt x="0" y="190737"/>
                    <a:pt x="0" y="426024"/>
                  </a:cubicBezTo>
                  <a:cubicBezTo>
                    <a:pt x="0" y="661310"/>
                    <a:pt x="184034" y="852047"/>
                    <a:pt x="411052" y="852047"/>
                  </a:cubicBezTo>
                  <a:cubicBezTo>
                    <a:pt x="638070" y="852047"/>
                    <a:pt x="822104" y="661310"/>
                    <a:pt x="822104" y="426024"/>
                  </a:cubicBezTo>
                  <a:cubicBezTo>
                    <a:pt x="822104" y="190737"/>
                    <a:pt x="638070" y="0"/>
                    <a:pt x="411052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7072" y="3679"/>
              <a:ext cx="667959" cy="76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87082" y="8484175"/>
            <a:ext cx="1101062" cy="1141166"/>
            <a:chOff x="0" y="0"/>
            <a:chExt cx="822104" cy="8520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104" cy="852047"/>
            </a:xfrm>
            <a:custGeom>
              <a:avLst/>
              <a:gdLst/>
              <a:ahLst/>
              <a:cxnLst/>
              <a:rect r="r" b="b" t="t" l="l"/>
              <a:pathLst>
                <a:path h="852047" w="822104">
                  <a:moveTo>
                    <a:pt x="411052" y="0"/>
                  </a:moveTo>
                  <a:cubicBezTo>
                    <a:pt x="184034" y="0"/>
                    <a:pt x="0" y="190737"/>
                    <a:pt x="0" y="426024"/>
                  </a:cubicBezTo>
                  <a:cubicBezTo>
                    <a:pt x="0" y="661310"/>
                    <a:pt x="184034" y="852047"/>
                    <a:pt x="411052" y="852047"/>
                  </a:cubicBezTo>
                  <a:cubicBezTo>
                    <a:pt x="638070" y="852047"/>
                    <a:pt x="822104" y="661310"/>
                    <a:pt x="822104" y="426024"/>
                  </a:cubicBezTo>
                  <a:cubicBezTo>
                    <a:pt x="822104" y="190737"/>
                    <a:pt x="638070" y="0"/>
                    <a:pt x="411052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7072" y="3679"/>
              <a:ext cx="667959" cy="76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2960993"/>
            <a:ext cx="862635" cy="86263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976D2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65F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MG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272774" y="782284"/>
            <a:ext cx="105730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65F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REQUERIMIENTOS PRINCIPALES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7365" y="4203140"/>
            <a:ext cx="2978698" cy="38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2263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Mantención General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7365" y="6397022"/>
            <a:ext cx="1415463" cy="4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2777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Mejoras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8720454"/>
            <a:ext cx="3270232" cy="38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Mantención Máquinas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10176" y="4182853"/>
            <a:ext cx="3145961" cy="39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08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Mantención Reactiva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95479" y="6397022"/>
            <a:ext cx="2497390" cy="4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2777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Remodelación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33366" y="8714192"/>
            <a:ext cx="3176199" cy="38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</a:pPr>
            <a:r>
              <a:rPr lang="en-US" sz="2237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Mantención Jardinería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17208" y="2264719"/>
            <a:ext cx="4062570" cy="4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2777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general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110176" y="2948921"/>
            <a:ext cx="862635" cy="86263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4646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464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110176" y="5217255"/>
            <a:ext cx="862635" cy="86263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8C52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408574" y="2843025"/>
            <a:ext cx="774068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Resumen antes de ingresar a cada área.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07365" y="5258434"/>
            <a:ext cx="862635" cy="862635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1774E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21774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440027" y="4138302"/>
            <a:ext cx="3259134" cy="4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2777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Ficha de cada área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89368" y="7571809"/>
            <a:ext cx="941300" cy="901081"/>
            <a:chOff x="0" y="0"/>
            <a:chExt cx="886920" cy="84902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6920" cy="849025"/>
            </a:xfrm>
            <a:custGeom>
              <a:avLst/>
              <a:gdLst/>
              <a:ahLst/>
              <a:cxnLst/>
              <a:rect r="r" b="b" t="t" l="l"/>
              <a:pathLst>
                <a:path h="849025" w="886920">
                  <a:moveTo>
                    <a:pt x="443460" y="0"/>
                  </a:moveTo>
                  <a:cubicBezTo>
                    <a:pt x="198544" y="0"/>
                    <a:pt x="0" y="190061"/>
                    <a:pt x="0" y="424513"/>
                  </a:cubicBezTo>
                  <a:cubicBezTo>
                    <a:pt x="0" y="658964"/>
                    <a:pt x="198544" y="849025"/>
                    <a:pt x="443460" y="849025"/>
                  </a:cubicBezTo>
                  <a:cubicBezTo>
                    <a:pt x="688376" y="849025"/>
                    <a:pt x="886920" y="658964"/>
                    <a:pt x="886920" y="424513"/>
                  </a:cubicBezTo>
                  <a:cubicBezTo>
                    <a:pt x="886920" y="190061"/>
                    <a:pt x="688376" y="0"/>
                    <a:pt x="44346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0BFFC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83149" y="31971"/>
              <a:ext cx="720623" cy="73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20BFF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MM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110176" y="7517739"/>
            <a:ext cx="862635" cy="862635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E7E00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DE7E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MJ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408574" y="4785692"/>
            <a:ext cx="774068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eas, estado, responsable, historial, 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materiales y costos.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976084" y="6177947"/>
            <a:ext cx="3873904" cy="4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2777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y alertas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254623" y="6767838"/>
            <a:ext cx="774068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Línea de ti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empo común tipo Gantt y 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avisos de mantenciones próximas.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664343" y="8778955"/>
            <a:ext cx="445822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erial + cantidad + costo unitario = total calculado.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064393" y="8251256"/>
            <a:ext cx="3468350" cy="4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2777" b="true">
                <a:solidFill>
                  <a:srgbClr val="065F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Costos automáticos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7757" y="-4229819"/>
            <a:ext cx="10118711" cy="5086426"/>
            <a:chOff x="0" y="0"/>
            <a:chExt cx="16169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948" cy="812800"/>
            </a:xfrm>
            <a:custGeom>
              <a:avLst/>
              <a:gdLst/>
              <a:ahLst/>
              <a:cxnLst/>
              <a:rect r="r" b="b" t="t" l="l"/>
              <a:pathLst>
                <a:path h="812800" w="1616948">
                  <a:moveTo>
                    <a:pt x="808474" y="0"/>
                  </a:moveTo>
                  <a:cubicBezTo>
                    <a:pt x="361966" y="0"/>
                    <a:pt x="0" y="181951"/>
                    <a:pt x="0" y="406400"/>
                  </a:cubicBezTo>
                  <a:cubicBezTo>
                    <a:pt x="0" y="630849"/>
                    <a:pt x="361966" y="812800"/>
                    <a:pt x="808474" y="812800"/>
                  </a:cubicBezTo>
                  <a:cubicBezTo>
                    <a:pt x="1254982" y="812800"/>
                    <a:pt x="1616948" y="630849"/>
                    <a:pt x="1616948" y="406400"/>
                  </a:cubicBezTo>
                  <a:cubicBezTo>
                    <a:pt x="1616948" y="181951"/>
                    <a:pt x="1254982" y="0"/>
                    <a:pt x="808474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1589" y="76200"/>
              <a:ext cx="1313771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53563"/>
            <a:ext cx="5817335" cy="1820341"/>
          </a:xfrm>
          <a:custGeom>
            <a:avLst/>
            <a:gdLst/>
            <a:ahLst/>
            <a:cxnLst/>
            <a:rect r="r" b="b" t="t" l="l"/>
            <a:pathLst>
              <a:path h="1820341" w="5817335">
                <a:moveTo>
                  <a:pt x="0" y="0"/>
                </a:moveTo>
                <a:lnTo>
                  <a:pt x="5817335" y="0"/>
                </a:lnTo>
                <a:lnTo>
                  <a:pt x="5817335" y="1820341"/>
                </a:lnTo>
                <a:lnTo>
                  <a:pt x="0" y="1820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243278">
            <a:off x="1158651" y="10047225"/>
            <a:ext cx="8631416" cy="3981241"/>
          </a:xfrm>
          <a:custGeom>
            <a:avLst/>
            <a:gdLst/>
            <a:ahLst/>
            <a:cxnLst/>
            <a:rect r="r" b="b" t="t" l="l"/>
            <a:pathLst>
              <a:path h="3981241" w="8631416">
                <a:moveTo>
                  <a:pt x="8631416" y="0"/>
                </a:moveTo>
                <a:lnTo>
                  <a:pt x="0" y="0"/>
                </a:lnTo>
                <a:lnTo>
                  <a:pt x="0" y="3981241"/>
                </a:lnTo>
                <a:lnTo>
                  <a:pt x="8631416" y="3981241"/>
                </a:lnTo>
                <a:lnTo>
                  <a:pt x="86314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70360" y="0"/>
            <a:ext cx="4177462" cy="1028700"/>
          </a:xfrm>
          <a:custGeom>
            <a:avLst/>
            <a:gdLst/>
            <a:ahLst/>
            <a:cxnLst/>
            <a:rect r="r" b="b" t="t" l="l"/>
            <a:pathLst>
              <a:path h="1028700" w="4177462">
                <a:moveTo>
                  <a:pt x="0" y="0"/>
                </a:moveTo>
                <a:lnTo>
                  <a:pt x="4177462" y="0"/>
                </a:lnTo>
                <a:lnTo>
                  <a:pt x="417746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6720" y="1908711"/>
            <a:ext cx="8555759" cy="4112112"/>
          </a:xfrm>
          <a:custGeom>
            <a:avLst/>
            <a:gdLst/>
            <a:ahLst/>
            <a:cxnLst/>
            <a:rect r="r" b="b" t="t" l="l"/>
            <a:pathLst>
              <a:path h="4112112" w="8555759">
                <a:moveTo>
                  <a:pt x="0" y="0"/>
                </a:moveTo>
                <a:lnTo>
                  <a:pt x="8555759" y="0"/>
                </a:lnTo>
                <a:lnTo>
                  <a:pt x="8555759" y="4112111"/>
                </a:lnTo>
                <a:lnTo>
                  <a:pt x="0" y="41121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F8B31C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4420799"/>
            <a:ext cx="8770145" cy="4837501"/>
          </a:xfrm>
          <a:custGeom>
            <a:avLst/>
            <a:gdLst/>
            <a:ahLst/>
            <a:cxnLst/>
            <a:rect r="r" b="b" t="t" l="l"/>
            <a:pathLst>
              <a:path h="4837501" w="8770145">
                <a:moveTo>
                  <a:pt x="0" y="0"/>
                </a:moveTo>
                <a:lnTo>
                  <a:pt x="8770145" y="0"/>
                </a:lnTo>
                <a:lnTo>
                  <a:pt x="8770145" y="4837501"/>
                </a:lnTo>
                <a:lnTo>
                  <a:pt x="0" y="48375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120" t="0" r="-6197" b="0"/>
            </a:stretch>
          </a:blipFill>
          <a:ln w="38100" cap="sq">
            <a:solidFill>
              <a:srgbClr val="F8B31C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-5400000">
            <a:off x="-65314" y="7964381"/>
            <a:ext cx="2188028" cy="55128"/>
            <a:chOff x="0" y="0"/>
            <a:chExt cx="576271" cy="145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6271" cy="14519"/>
            </a:xfrm>
            <a:custGeom>
              <a:avLst/>
              <a:gdLst/>
              <a:ahLst/>
              <a:cxnLst/>
              <a:rect r="r" b="b" t="t" l="l"/>
              <a:pathLst>
                <a:path h="14519" w="576271">
                  <a:moveTo>
                    <a:pt x="7260" y="0"/>
                  </a:moveTo>
                  <a:lnTo>
                    <a:pt x="569011" y="0"/>
                  </a:lnTo>
                  <a:cubicBezTo>
                    <a:pt x="573020" y="0"/>
                    <a:pt x="576271" y="3250"/>
                    <a:pt x="576271" y="7260"/>
                  </a:cubicBezTo>
                  <a:lnTo>
                    <a:pt x="576271" y="7260"/>
                  </a:lnTo>
                  <a:cubicBezTo>
                    <a:pt x="576271" y="9185"/>
                    <a:pt x="575506" y="11032"/>
                    <a:pt x="574144" y="12393"/>
                  </a:cubicBezTo>
                  <a:cubicBezTo>
                    <a:pt x="572783" y="13755"/>
                    <a:pt x="570936" y="14519"/>
                    <a:pt x="569011" y="14519"/>
                  </a:cubicBezTo>
                  <a:lnTo>
                    <a:pt x="7260" y="14519"/>
                  </a:lnTo>
                  <a:cubicBezTo>
                    <a:pt x="5334" y="14519"/>
                    <a:pt x="3488" y="13755"/>
                    <a:pt x="2126" y="12393"/>
                  </a:cubicBezTo>
                  <a:cubicBezTo>
                    <a:pt x="765" y="11032"/>
                    <a:pt x="0" y="9185"/>
                    <a:pt x="0" y="7260"/>
                  </a:cubicBezTo>
                  <a:lnTo>
                    <a:pt x="0" y="7260"/>
                  </a:lnTo>
                  <a:cubicBezTo>
                    <a:pt x="0" y="5334"/>
                    <a:pt x="765" y="3488"/>
                    <a:pt x="2126" y="2126"/>
                  </a:cubicBezTo>
                  <a:cubicBezTo>
                    <a:pt x="3488" y="765"/>
                    <a:pt x="5334" y="0"/>
                    <a:pt x="7260" y="0"/>
                  </a:cubicBezTo>
                  <a:close/>
                </a:path>
              </a:pathLst>
            </a:custGeom>
            <a:solidFill>
              <a:srgbClr val="EFD91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76271" cy="62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2691" y="6300561"/>
            <a:ext cx="858753" cy="85875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2691" y="7454561"/>
            <a:ext cx="858753" cy="85875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2691" y="8608561"/>
            <a:ext cx="858753" cy="85875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5FA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74483" y="6477505"/>
            <a:ext cx="515169" cy="504866"/>
          </a:xfrm>
          <a:custGeom>
            <a:avLst/>
            <a:gdLst/>
            <a:ahLst/>
            <a:cxnLst/>
            <a:rect r="r" b="b" t="t" l="l"/>
            <a:pathLst>
              <a:path h="504866" w="515169">
                <a:moveTo>
                  <a:pt x="0" y="0"/>
                </a:moveTo>
                <a:lnTo>
                  <a:pt x="515169" y="0"/>
                </a:lnTo>
                <a:lnTo>
                  <a:pt x="515169" y="504865"/>
                </a:lnTo>
                <a:lnTo>
                  <a:pt x="0" y="5048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61146" y="7619685"/>
            <a:ext cx="528507" cy="528507"/>
          </a:xfrm>
          <a:custGeom>
            <a:avLst/>
            <a:gdLst/>
            <a:ahLst/>
            <a:cxnLst/>
            <a:rect r="r" b="b" t="t" l="l"/>
            <a:pathLst>
              <a:path h="528507" w="528507">
                <a:moveTo>
                  <a:pt x="0" y="0"/>
                </a:moveTo>
                <a:lnTo>
                  <a:pt x="528506" y="0"/>
                </a:lnTo>
                <a:lnTo>
                  <a:pt x="528506" y="528506"/>
                </a:lnTo>
                <a:lnTo>
                  <a:pt x="0" y="528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67815" y="8800110"/>
            <a:ext cx="528507" cy="475656"/>
          </a:xfrm>
          <a:custGeom>
            <a:avLst/>
            <a:gdLst/>
            <a:ahLst/>
            <a:cxnLst/>
            <a:rect r="r" b="b" t="t" l="l"/>
            <a:pathLst>
              <a:path h="475656" w="528507">
                <a:moveTo>
                  <a:pt x="0" y="0"/>
                </a:moveTo>
                <a:lnTo>
                  <a:pt x="528506" y="0"/>
                </a:lnTo>
                <a:lnTo>
                  <a:pt x="528506" y="475656"/>
                </a:lnTo>
                <a:lnTo>
                  <a:pt x="0" y="4756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263403" y="761357"/>
            <a:ext cx="776119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SOLUCION PROPUESTA</a:t>
            </a:r>
          </a:p>
        </p:txBody>
      </p:sp>
      <p:grpSp>
        <p:nvGrpSpPr>
          <p:cNvPr name="Group 26" id="26"/>
          <p:cNvGrpSpPr/>
          <p:nvPr/>
        </p:nvGrpSpPr>
        <p:grpSpPr>
          <a:xfrm rot="-5400000">
            <a:off x="2521235" y="5861370"/>
            <a:ext cx="445147" cy="1737135"/>
            <a:chOff x="0" y="0"/>
            <a:chExt cx="117240" cy="4575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240" cy="457517"/>
            </a:xfrm>
            <a:custGeom>
              <a:avLst/>
              <a:gdLst/>
              <a:ahLst/>
              <a:cxnLst/>
              <a:rect r="r" b="b" t="t" l="l"/>
              <a:pathLst>
                <a:path h="457517" w="117240">
                  <a:moveTo>
                    <a:pt x="58620" y="0"/>
                  </a:moveTo>
                  <a:lnTo>
                    <a:pt x="58620" y="0"/>
                  </a:lnTo>
                  <a:cubicBezTo>
                    <a:pt x="90995" y="0"/>
                    <a:pt x="117240" y="26245"/>
                    <a:pt x="117240" y="58620"/>
                  </a:cubicBezTo>
                  <a:lnTo>
                    <a:pt x="117240" y="398897"/>
                  </a:lnTo>
                  <a:cubicBezTo>
                    <a:pt x="117240" y="431272"/>
                    <a:pt x="90995" y="457517"/>
                    <a:pt x="58620" y="457517"/>
                  </a:cubicBezTo>
                  <a:lnTo>
                    <a:pt x="58620" y="457517"/>
                  </a:lnTo>
                  <a:cubicBezTo>
                    <a:pt x="26245" y="457517"/>
                    <a:pt x="0" y="431272"/>
                    <a:pt x="0" y="398897"/>
                  </a:cubicBezTo>
                  <a:lnTo>
                    <a:pt x="0" y="58620"/>
                  </a:lnTo>
                  <a:cubicBezTo>
                    <a:pt x="0" y="26245"/>
                    <a:pt x="26245" y="0"/>
                    <a:pt x="58620" y="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7240" cy="505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951994" y="6520983"/>
            <a:ext cx="1583628" cy="37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Centralizar</a:t>
            </a:r>
          </a:p>
        </p:txBody>
      </p:sp>
      <p:grpSp>
        <p:nvGrpSpPr>
          <p:cNvPr name="Group 30" id="30"/>
          <p:cNvGrpSpPr/>
          <p:nvPr/>
        </p:nvGrpSpPr>
        <p:grpSpPr>
          <a:xfrm rot="-5400000">
            <a:off x="2521235" y="7015370"/>
            <a:ext cx="445147" cy="1737135"/>
            <a:chOff x="0" y="0"/>
            <a:chExt cx="117240" cy="45751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240" cy="457517"/>
            </a:xfrm>
            <a:custGeom>
              <a:avLst/>
              <a:gdLst/>
              <a:ahLst/>
              <a:cxnLst/>
              <a:rect r="r" b="b" t="t" l="l"/>
              <a:pathLst>
                <a:path h="457517" w="117240">
                  <a:moveTo>
                    <a:pt x="58620" y="0"/>
                  </a:moveTo>
                  <a:lnTo>
                    <a:pt x="58620" y="0"/>
                  </a:lnTo>
                  <a:cubicBezTo>
                    <a:pt x="90995" y="0"/>
                    <a:pt x="117240" y="26245"/>
                    <a:pt x="117240" y="58620"/>
                  </a:cubicBezTo>
                  <a:lnTo>
                    <a:pt x="117240" y="398897"/>
                  </a:lnTo>
                  <a:cubicBezTo>
                    <a:pt x="117240" y="431272"/>
                    <a:pt x="90995" y="457517"/>
                    <a:pt x="58620" y="457517"/>
                  </a:cubicBezTo>
                  <a:lnTo>
                    <a:pt x="58620" y="457517"/>
                  </a:lnTo>
                  <a:cubicBezTo>
                    <a:pt x="26245" y="457517"/>
                    <a:pt x="0" y="431272"/>
                    <a:pt x="0" y="398897"/>
                  </a:cubicBezTo>
                  <a:lnTo>
                    <a:pt x="0" y="58620"/>
                  </a:lnTo>
                  <a:cubicBezTo>
                    <a:pt x="0" y="26245"/>
                    <a:pt x="26245" y="0"/>
                    <a:pt x="58620" y="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7240" cy="505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038768" y="7658693"/>
            <a:ext cx="1410080" cy="37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Organizar</a:t>
            </a:r>
          </a:p>
        </p:txBody>
      </p:sp>
      <p:grpSp>
        <p:nvGrpSpPr>
          <p:cNvPr name="Group 34" id="34"/>
          <p:cNvGrpSpPr/>
          <p:nvPr/>
        </p:nvGrpSpPr>
        <p:grpSpPr>
          <a:xfrm rot="-5400000">
            <a:off x="2521235" y="8136792"/>
            <a:ext cx="445147" cy="1737135"/>
            <a:chOff x="0" y="0"/>
            <a:chExt cx="117240" cy="4575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7240" cy="457517"/>
            </a:xfrm>
            <a:custGeom>
              <a:avLst/>
              <a:gdLst/>
              <a:ahLst/>
              <a:cxnLst/>
              <a:rect r="r" b="b" t="t" l="l"/>
              <a:pathLst>
                <a:path h="457517" w="117240">
                  <a:moveTo>
                    <a:pt x="58620" y="0"/>
                  </a:moveTo>
                  <a:lnTo>
                    <a:pt x="58620" y="0"/>
                  </a:lnTo>
                  <a:cubicBezTo>
                    <a:pt x="90995" y="0"/>
                    <a:pt x="117240" y="26245"/>
                    <a:pt x="117240" y="58620"/>
                  </a:cubicBezTo>
                  <a:lnTo>
                    <a:pt x="117240" y="398897"/>
                  </a:lnTo>
                  <a:cubicBezTo>
                    <a:pt x="117240" y="431272"/>
                    <a:pt x="90995" y="457517"/>
                    <a:pt x="58620" y="457517"/>
                  </a:cubicBezTo>
                  <a:lnTo>
                    <a:pt x="58620" y="457517"/>
                  </a:lnTo>
                  <a:cubicBezTo>
                    <a:pt x="26245" y="457517"/>
                    <a:pt x="0" y="431272"/>
                    <a:pt x="0" y="398897"/>
                  </a:cubicBezTo>
                  <a:lnTo>
                    <a:pt x="0" y="58620"/>
                  </a:lnTo>
                  <a:cubicBezTo>
                    <a:pt x="0" y="26245"/>
                    <a:pt x="26245" y="0"/>
                    <a:pt x="58620" y="0"/>
                  </a:cubicBez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17240" cy="505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047007" y="8796404"/>
            <a:ext cx="1393603" cy="37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Visualizar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838274" y="7387236"/>
            <a:ext cx="3509548" cy="2899764"/>
          </a:xfrm>
          <a:custGeom>
            <a:avLst/>
            <a:gdLst/>
            <a:ahLst/>
            <a:cxnLst/>
            <a:rect r="r" b="b" t="t" l="l"/>
            <a:pathLst>
              <a:path h="2899764" w="3509548">
                <a:moveTo>
                  <a:pt x="3509548" y="0"/>
                </a:moveTo>
                <a:lnTo>
                  <a:pt x="0" y="0"/>
                </a:lnTo>
                <a:lnTo>
                  <a:pt x="0" y="2899764"/>
                </a:lnTo>
                <a:lnTo>
                  <a:pt x="3509548" y="2899764"/>
                </a:lnTo>
                <a:lnTo>
                  <a:pt x="3509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103361" y="9279989"/>
            <a:ext cx="3218143" cy="1007011"/>
          </a:xfrm>
          <a:custGeom>
            <a:avLst/>
            <a:gdLst/>
            <a:ahLst/>
            <a:cxnLst/>
            <a:rect r="r" b="b" t="t" l="l"/>
            <a:pathLst>
              <a:path h="1007011" w="3218143">
                <a:moveTo>
                  <a:pt x="0" y="0"/>
                </a:moveTo>
                <a:lnTo>
                  <a:pt x="3218144" y="0"/>
                </a:lnTo>
                <a:lnTo>
                  <a:pt x="3218144" y="1007011"/>
                </a:lnTo>
                <a:lnTo>
                  <a:pt x="0" y="1007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0" y="0"/>
            <a:ext cx="3509548" cy="2899764"/>
          </a:xfrm>
          <a:custGeom>
            <a:avLst/>
            <a:gdLst/>
            <a:ahLst/>
            <a:cxnLst/>
            <a:rect r="r" b="b" t="t" l="l"/>
            <a:pathLst>
              <a:path h="2899764" w="3509548">
                <a:moveTo>
                  <a:pt x="3509548" y="0"/>
                </a:moveTo>
                <a:lnTo>
                  <a:pt x="0" y="0"/>
                </a:lnTo>
                <a:lnTo>
                  <a:pt x="0" y="2899764"/>
                </a:lnTo>
                <a:lnTo>
                  <a:pt x="3509548" y="2899764"/>
                </a:lnTo>
                <a:lnTo>
                  <a:pt x="35095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317" y="0"/>
            <a:ext cx="3218143" cy="1007011"/>
          </a:xfrm>
          <a:custGeom>
            <a:avLst/>
            <a:gdLst/>
            <a:ahLst/>
            <a:cxnLst/>
            <a:rect r="r" b="b" t="t" l="l"/>
            <a:pathLst>
              <a:path h="1007011" w="3218143">
                <a:moveTo>
                  <a:pt x="0" y="0"/>
                </a:moveTo>
                <a:lnTo>
                  <a:pt x="3218143" y="0"/>
                </a:lnTo>
                <a:lnTo>
                  <a:pt x="3218143" y="1007011"/>
                </a:lnTo>
                <a:lnTo>
                  <a:pt x="0" y="1007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70360" y="0"/>
            <a:ext cx="4177462" cy="1028700"/>
          </a:xfrm>
          <a:custGeom>
            <a:avLst/>
            <a:gdLst/>
            <a:ahLst/>
            <a:cxnLst/>
            <a:rect r="r" b="b" t="t" l="l"/>
            <a:pathLst>
              <a:path h="1028700" w="4177462">
                <a:moveTo>
                  <a:pt x="0" y="0"/>
                </a:moveTo>
                <a:lnTo>
                  <a:pt x="4177462" y="0"/>
                </a:lnTo>
                <a:lnTo>
                  <a:pt x="417746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0891" y="1642571"/>
            <a:ext cx="8943109" cy="4499502"/>
          </a:xfrm>
          <a:custGeom>
            <a:avLst/>
            <a:gdLst/>
            <a:ahLst/>
            <a:cxnLst/>
            <a:rect r="r" b="b" t="t" l="l"/>
            <a:pathLst>
              <a:path h="4499502" w="8943109">
                <a:moveTo>
                  <a:pt x="0" y="0"/>
                </a:moveTo>
                <a:lnTo>
                  <a:pt x="8943109" y="0"/>
                </a:lnTo>
                <a:lnTo>
                  <a:pt x="8943109" y="4499502"/>
                </a:lnTo>
                <a:lnTo>
                  <a:pt x="0" y="44995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98650" y="3080569"/>
            <a:ext cx="8564424" cy="6702926"/>
          </a:xfrm>
          <a:custGeom>
            <a:avLst/>
            <a:gdLst/>
            <a:ahLst/>
            <a:cxnLst/>
            <a:rect r="r" b="b" t="t" l="l"/>
            <a:pathLst>
              <a:path h="6702926" w="8564424">
                <a:moveTo>
                  <a:pt x="0" y="0"/>
                </a:moveTo>
                <a:lnTo>
                  <a:pt x="8564424" y="0"/>
                </a:lnTo>
                <a:lnTo>
                  <a:pt x="8564424" y="6702926"/>
                </a:lnTo>
                <a:lnTo>
                  <a:pt x="0" y="67029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7554" y="6332573"/>
            <a:ext cx="7549782" cy="3723726"/>
          </a:xfrm>
          <a:custGeom>
            <a:avLst/>
            <a:gdLst/>
            <a:ahLst/>
            <a:cxnLst/>
            <a:rect r="r" b="b" t="t" l="l"/>
            <a:pathLst>
              <a:path h="3723726" w="7549782">
                <a:moveTo>
                  <a:pt x="0" y="0"/>
                </a:moveTo>
                <a:lnTo>
                  <a:pt x="7549783" y="0"/>
                </a:lnTo>
                <a:lnTo>
                  <a:pt x="7549783" y="3723725"/>
                </a:lnTo>
                <a:lnTo>
                  <a:pt x="0" y="37237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89591" y="562787"/>
            <a:ext cx="570881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MOCKUP INICIAL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555687" y="-171241"/>
            <a:ext cx="4725704" cy="3721492"/>
          </a:xfrm>
          <a:custGeom>
            <a:avLst/>
            <a:gdLst/>
            <a:ahLst/>
            <a:cxnLst/>
            <a:rect r="r" b="b" t="t" l="l"/>
            <a:pathLst>
              <a:path h="3721492" w="4725704">
                <a:moveTo>
                  <a:pt x="4725704" y="0"/>
                </a:moveTo>
                <a:lnTo>
                  <a:pt x="0" y="0"/>
                </a:lnTo>
                <a:lnTo>
                  <a:pt x="0" y="3721492"/>
                </a:lnTo>
                <a:lnTo>
                  <a:pt x="4725704" y="3721492"/>
                </a:lnTo>
                <a:lnTo>
                  <a:pt x="47257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3278">
            <a:off x="-1848358" y="-3165110"/>
            <a:ext cx="10534922" cy="4859233"/>
          </a:xfrm>
          <a:custGeom>
            <a:avLst/>
            <a:gdLst/>
            <a:ahLst/>
            <a:cxnLst/>
            <a:rect r="r" b="b" t="t" l="l"/>
            <a:pathLst>
              <a:path h="4859233" w="10534922">
                <a:moveTo>
                  <a:pt x="0" y="0"/>
                </a:moveTo>
                <a:lnTo>
                  <a:pt x="10534922" y="0"/>
                </a:lnTo>
                <a:lnTo>
                  <a:pt x="10534922" y="4859233"/>
                </a:lnTo>
                <a:lnTo>
                  <a:pt x="0" y="4859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32514">
            <a:off x="8999750" y="7413837"/>
            <a:ext cx="10107842" cy="4662242"/>
          </a:xfrm>
          <a:custGeom>
            <a:avLst/>
            <a:gdLst/>
            <a:ahLst/>
            <a:cxnLst/>
            <a:rect r="r" b="b" t="t" l="l"/>
            <a:pathLst>
              <a:path h="4662242" w="10107842">
                <a:moveTo>
                  <a:pt x="0" y="0"/>
                </a:moveTo>
                <a:lnTo>
                  <a:pt x="10107842" y="0"/>
                </a:lnTo>
                <a:lnTo>
                  <a:pt x="10107842" y="4662242"/>
                </a:lnTo>
                <a:lnTo>
                  <a:pt x="0" y="4662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0360" y="0"/>
            <a:ext cx="4177462" cy="1028700"/>
          </a:xfrm>
          <a:custGeom>
            <a:avLst/>
            <a:gdLst/>
            <a:ahLst/>
            <a:cxnLst/>
            <a:rect r="r" b="b" t="t" l="l"/>
            <a:pathLst>
              <a:path h="1028700" w="4177462">
                <a:moveTo>
                  <a:pt x="0" y="0"/>
                </a:moveTo>
                <a:lnTo>
                  <a:pt x="4177462" y="0"/>
                </a:lnTo>
                <a:lnTo>
                  <a:pt x="417746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24395" y="3442153"/>
            <a:ext cx="3628569" cy="850401"/>
            <a:chOff x="0" y="0"/>
            <a:chExt cx="955673" cy="2239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5673" cy="223974"/>
            </a:xfrm>
            <a:custGeom>
              <a:avLst/>
              <a:gdLst/>
              <a:ahLst/>
              <a:cxnLst/>
              <a:rect r="r" b="b" t="t" l="l"/>
              <a:pathLst>
                <a:path h="223974" w="955673">
                  <a:moveTo>
                    <a:pt x="68275" y="0"/>
                  </a:moveTo>
                  <a:lnTo>
                    <a:pt x="887397" y="0"/>
                  </a:lnTo>
                  <a:cubicBezTo>
                    <a:pt x="905505" y="0"/>
                    <a:pt x="922871" y="7193"/>
                    <a:pt x="935675" y="19997"/>
                  </a:cubicBezTo>
                  <a:cubicBezTo>
                    <a:pt x="948479" y="32801"/>
                    <a:pt x="955673" y="50168"/>
                    <a:pt x="955673" y="68275"/>
                  </a:cubicBezTo>
                  <a:lnTo>
                    <a:pt x="955673" y="155699"/>
                  </a:lnTo>
                  <a:cubicBezTo>
                    <a:pt x="955673" y="173806"/>
                    <a:pt x="948479" y="191173"/>
                    <a:pt x="935675" y="203977"/>
                  </a:cubicBezTo>
                  <a:cubicBezTo>
                    <a:pt x="922871" y="216781"/>
                    <a:pt x="905505" y="223974"/>
                    <a:pt x="887397" y="223974"/>
                  </a:cubicBezTo>
                  <a:lnTo>
                    <a:pt x="68275" y="223974"/>
                  </a:lnTo>
                  <a:cubicBezTo>
                    <a:pt x="50168" y="223974"/>
                    <a:pt x="32801" y="216781"/>
                    <a:pt x="19997" y="203977"/>
                  </a:cubicBezTo>
                  <a:cubicBezTo>
                    <a:pt x="7193" y="191173"/>
                    <a:pt x="0" y="173806"/>
                    <a:pt x="0" y="155699"/>
                  </a:cubicBezTo>
                  <a:lnTo>
                    <a:pt x="0" y="68275"/>
                  </a:lnTo>
                  <a:cubicBezTo>
                    <a:pt x="0" y="50168"/>
                    <a:pt x="7193" y="32801"/>
                    <a:pt x="19997" y="19997"/>
                  </a:cubicBezTo>
                  <a:cubicBezTo>
                    <a:pt x="32801" y="7193"/>
                    <a:pt x="50168" y="0"/>
                    <a:pt x="68275" y="0"/>
                  </a:cubicBezTo>
                  <a:close/>
                </a:path>
              </a:pathLst>
            </a:custGeom>
            <a:solidFill>
              <a:srgbClr val="1EA73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55673" cy="271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53766" y="3308835"/>
            <a:ext cx="3628569" cy="850401"/>
            <a:chOff x="0" y="0"/>
            <a:chExt cx="955673" cy="2239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5673" cy="223974"/>
            </a:xfrm>
            <a:custGeom>
              <a:avLst/>
              <a:gdLst/>
              <a:ahLst/>
              <a:cxnLst/>
              <a:rect r="r" b="b" t="t" l="l"/>
              <a:pathLst>
                <a:path h="223974" w="955673">
                  <a:moveTo>
                    <a:pt x="68275" y="0"/>
                  </a:moveTo>
                  <a:lnTo>
                    <a:pt x="887397" y="0"/>
                  </a:lnTo>
                  <a:cubicBezTo>
                    <a:pt x="905505" y="0"/>
                    <a:pt x="922871" y="7193"/>
                    <a:pt x="935675" y="19997"/>
                  </a:cubicBezTo>
                  <a:cubicBezTo>
                    <a:pt x="948479" y="32801"/>
                    <a:pt x="955673" y="50168"/>
                    <a:pt x="955673" y="68275"/>
                  </a:cubicBezTo>
                  <a:lnTo>
                    <a:pt x="955673" y="155699"/>
                  </a:lnTo>
                  <a:cubicBezTo>
                    <a:pt x="955673" y="173806"/>
                    <a:pt x="948479" y="191173"/>
                    <a:pt x="935675" y="203977"/>
                  </a:cubicBezTo>
                  <a:cubicBezTo>
                    <a:pt x="922871" y="216781"/>
                    <a:pt x="905505" y="223974"/>
                    <a:pt x="887397" y="223974"/>
                  </a:cubicBezTo>
                  <a:lnTo>
                    <a:pt x="68275" y="223974"/>
                  </a:lnTo>
                  <a:cubicBezTo>
                    <a:pt x="50168" y="223974"/>
                    <a:pt x="32801" y="216781"/>
                    <a:pt x="19997" y="203977"/>
                  </a:cubicBezTo>
                  <a:cubicBezTo>
                    <a:pt x="7193" y="191173"/>
                    <a:pt x="0" y="173806"/>
                    <a:pt x="0" y="155699"/>
                  </a:cubicBezTo>
                  <a:lnTo>
                    <a:pt x="0" y="68275"/>
                  </a:lnTo>
                  <a:cubicBezTo>
                    <a:pt x="0" y="50168"/>
                    <a:pt x="7193" y="32801"/>
                    <a:pt x="19997" y="19997"/>
                  </a:cubicBezTo>
                  <a:cubicBezTo>
                    <a:pt x="32801" y="7193"/>
                    <a:pt x="50168" y="0"/>
                    <a:pt x="68275" y="0"/>
                  </a:cubicBez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55673" cy="271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24395" y="6135116"/>
            <a:ext cx="546674" cy="546674"/>
          </a:xfrm>
          <a:custGeom>
            <a:avLst/>
            <a:gdLst/>
            <a:ahLst/>
            <a:cxnLst/>
            <a:rect r="r" b="b" t="t" l="l"/>
            <a:pathLst>
              <a:path h="546674" w="546674">
                <a:moveTo>
                  <a:pt x="0" y="0"/>
                </a:moveTo>
                <a:lnTo>
                  <a:pt x="546674" y="0"/>
                </a:lnTo>
                <a:lnTo>
                  <a:pt x="546674" y="546673"/>
                </a:lnTo>
                <a:lnTo>
                  <a:pt x="0" y="546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24395" y="7005639"/>
            <a:ext cx="546674" cy="546674"/>
          </a:xfrm>
          <a:custGeom>
            <a:avLst/>
            <a:gdLst/>
            <a:ahLst/>
            <a:cxnLst/>
            <a:rect r="r" b="b" t="t" l="l"/>
            <a:pathLst>
              <a:path h="546674" w="546674">
                <a:moveTo>
                  <a:pt x="0" y="0"/>
                </a:moveTo>
                <a:lnTo>
                  <a:pt x="546674" y="0"/>
                </a:lnTo>
                <a:lnTo>
                  <a:pt x="546674" y="546674"/>
                </a:lnTo>
                <a:lnTo>
                  <a:pt x="0" y="5466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24395" y="7876163"/>
            <a:ext cx="546674" cy="546674"/>
          </a:xfrm>
          <a:custGeom>
            <a:avLst/>
            <a:gdLst/>
            <a:ahLst/>
            <a:cxnLst/>
            <a:rect r="r" b="b" t="t" l="l"/>
            <a:pathLst>
              <a:path h="546674" w="546674">
                <a:moveTo>
                  <a:pt x="0" y="0"/>
                </a:moveTo>
                <a:lnTo>
                  <a:pt x="546674" y="0"/>
                </a:lnTo>
                <a:lnTo>
                  <a:pt x="546674" y="546674"/>
                </a:lnTo>
                <a:lnTo>
                  <a:pt x="0" y="5466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24395" y="8746687"/>
            <a:ext cx="546674" cy="546674"/>
          </a:xfrm>
          <a:custGeom>
            <a:avLst/>
            <a:gdLst/>
            <a:ahLst/>
            <a:cxnLst/>
            <a:rect r="r" b="b" t="t" l="l"/>
            <a:pathLst>
              <a:path h="546674" w="546674">
                <a:moveTo>
                  <a:pt x="0" y="0"/>
                </a:moveTo>
                <a:lnTo>
                  <a:pt x="546674" y="0"/>
                </a:lnTo>
                <a:lnTo>
                  <a:pt x="546674" y="546674"/>
                </a:lnTo>
                <a:lnTo>
                  <a:pt x="0" y="5466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521402" y="6091965"/>
            <a:ext cx="547062" cy="566341"/>
            <a:chOff x="0" y="0"/>
            <a:chExt cx="833925" cy="8633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925" cy="863313"/>
            </a:xfrm>
            <a:custGeom>
              <a:avLst/>
              <a:gdLst/>
              <a:ahLst/>
              <a:cxnLst/>
              <a:rect r="r" b="b" t="t" l="l"/>
              <a:pathLst>
                <a:path h="863313" w="833925">
                  <a:moveTo>
                    <a:pt x="416962" y="0"/>
                  </a:moveTo>
                  <a:cubicBezTo>
                    <a:pt x="186680" y="0"/>
                    <a:pt x="0" y="193259"/>
                    <a:pt x="0" y="431656"/>
                  </a:cubicBezTo>
                  <a:cubicBezTo>
                    <a:pt x="0" y="670054"/>
                    <a:pt x="186680" y="863313"/>
                    <a:pt x="416962" y="863313"/>
                  </a:cubicBezTo>
                  <a:cubicBezTo>
                    <a:pt x="647244" y="863313"/>
                    <a:pt x="833925" y="670054"/>
                    <a:pt x="833925" y="431656"/>
                  </a:cubicBezTo>
                  <a:cubicBezTo>
                    <a:pt x="833925" y="193259"/>
                    <a:pt x="647244" y="0"/>
                    <a:pt x="416962" y="0"/>
                  </a:cubicBezTo>
                  <a:close/>
                </a:path>
              </a:pathLst>
            </a:custGeom>
            <a:solidFill>
              <a:srgbClr val="F8B31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8180" y="52361"/>
              <a:ext cx="677564" cy="730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F4FA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373482" y="1173397"/>
            <a:ext cx="29433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65F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98976" y="3471291"/>
            <a:ext cx="2879408" cy="68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6"/>
              </a:lnSpc>
            </a:pPr>
            <a:r>
              <a:rPr lang="en-US" sz="40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REALIZADO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32586" y="3351963"/>
            <a:ext cx="2670929" cy="68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6"/>
              </a:lnSpc>
            </a:pPr>
            <a:r>
              <a:rPr lang="en-US" b="true" sz="404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SIGUIENTE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24395" y="4733671"/>
            <a:ext cx="4744045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Avance actual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93167" y="6245244"/>
            <a:ext cx="4712494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Levantamiento inicial de requerimientos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88166" y="7115768"/>
            <a:ext cx="5129570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Autoevaluación y documentación en GitHub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93167" y="7975585"/>
            <a:ext cx="4178618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Definición preliminar de la solución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93167" y="8856815"/>
            <a:ext cx="3822978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Mockup inicial basado en tarjetas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53766" y="4661852"/>
            <a:ext cx="4641652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Próximo paso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2110" y="6193925"/>
            <a:ext cx="5520452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Validar el mockup y recibir feedback del cliente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22110" y="7167087"/>
            <a:ext cx="5459849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Ajustar requerimientos y alcance si es necesario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22110" y="7972569"/>
            <a:ext cx="5005031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Completar diseño inicial y modelo de datos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2110" y="8857212"/>
            <a:ext cx="4678680" cy="29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77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Luego comenzar el desarrollo por etapas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521402" y="7047125"/>
            <a:ext cx="547062" cy="566341"/>
            <a:chOff x="0" y="0"/>
            <a:chExt cx="833925" cy="8633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33925" cy="863313"/>
            </a:xfrm>
            <a:custGeom>
              <a:avLst/>
              <a:gdLst/>
              <a:ahLst/>
              <a:cxnLst/>
              <a:rect r="r" b="b" t="t" l="l"/>
              <a:pathLst>
                <a:path h="863313" w="833925">
                  <a:moveTo>
                    <a:pt x="416962" y="0"/>
                  </a:moveTo>
                  <a:cubicBezTo>
                    <a:pt x="186680" y="0"/>
                    <a:pt x="0" y="193259"/>
                    <a:pt x="0" y="431656"/>
                  </a:cubicBezTo>
                  <a:cubicBezTo>
                    <a:pt x="0" y="670054"/>
                    <a:pt x="186680" y="863313"/>
                    <a:pt x="416962" y="863313"/>
                  </a:cubicBezTo>
                  <a:cubicBezTo>
                    <a:pt x="647244" y="863313"/>
                    <a:pt x="833925" y="670054"/>
                    <a:pt x="833925" y="431656"/>
                  </a:cubicBezTo>
                  <a:cubicBezTo>
                    <a:pt x="833925" y="193259"/>
                    <a:pt x="647244" y="0"/>
                    <a:pt x="416962" y="0"/>
                  </a:cubicBezTo>
                  <a:close/>
                </a:path>
              </a:pathLst>
            </a:custGeom>
            <a:solidFill>
              <a:srgbClr val="C3CEE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8180" y="52361"/>
              <a:ext cx="677564" cy="730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F4FA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529577" y="7852607"/>
            <a:ext cx="547062" cy="566341"/>
            <a:chOff x="0" y="0"/>
            <a:chExt cx="833925" cy="8633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3925" cy="863313"/>
            </a:xfrm>
            <a:custGeom>
              <a:avLst/>
              <a:gdLst/>
              <a:ahLst/>
              <a:cxnLst/>
              <a:rect r="r" b="b" t="t" l="l"/>
              <a:pathLst>
                <a:path h="863313" w="833925">
                  <a:moveTo>
                    <a:pt x="416962" y="0"/>
                  </a:moveTo>
                  <a:cubicBezTo>
                    <a:pt x="186680" y="0"/>
                    <a:pt x="0" y="193259"/>
                    <a:pt x="0" y="431656"/>
                  </a:cubicBezTo>
                  <a:cubicBezTo>
                    <a:pt x="0" y="670054"/>
                    <a:pt x="186680" y="863313"/>
                    <a:pt x="416962" y="863313"/>
                  </a:cubicBezTo>
                  <a:cubicBezTo>
                    <a:pt x="647244" y="863313"/>
                    <a:pt x="833925" y="670054"/>
                    <a:pt x="833925" y="431656"/>
                  </a:cubicBezTo>
                  <a:cubicBezTo>
                    <a:pt x="833925" y="193259"/>
                    <a:pt x="647244" y="0"/>
                    <a:pt x="416962" y="0"/>
                  </a:cubicBezTo>
                  <a:close/>
                </a:path>
              </a:pathLst>
            </a:custGeom>
            <a:solidFill>
              <a:srgbClr val="C3CEE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8180" y="52361"/>
              <a:ext cx="677564" cy="730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F4FA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29577" y="8737250"/>
            <a:ext cx="547062" cy="566341"/>
            <a:chOff x="0" y="0"/>
            <a:chExt cx="833925" cy="86331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33925" cy="863313"/>
            </a:xfrm>
            <a:custGeom>
              <a:avLst/>
              <a:gdLst/>
              <a:ahLst/>
              <a:cxnLst/>
              <a:rect r="r" b="b" t="t" l="l"/>
              <a:pathLst>
                <a:path h="863313" w="833925">
                  <a:moveTo>
                    <a:pt x="416962" y="0"/>
                  </a:moveTo>
                  <a:cubicBezTo>
                    <a:pt x="186680" y="0"/>
                    <a:pt x="0" y="193259"/>
                    <a:pt x="0" y="431656"/>
                  </a:cubicBezTo>
                  <a:cubicBezTo>
                    <a:pt x="0" y="670054"/>
                    <a:pt x="186680" y="863313"/>
                    <a:pt x="416962" y="863313"/>
                  </a:cubicBezTo>
                  <a:cubicBezTo>
                    <a:pt x="647244" y="863313"/>
                    <a:pt x="833925" y="670054"/>
                    <a:pt x="833925" y="431656"/>
                  </a:cubicBezTo>
                  <a:cubicBezTo>
                    <a:pt x="833925" y="193259"/>
                    <a:pt x="647244" y="0"/>
                    <a:pt x="416962" y="0"/>
                  </a:cubicBezTo>
                  <a:close/>
                </a:path>
              </a:pathLst>
            </a:custGeom>
            <a:solidFill>
              <a:srgbClr val="C3CEE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8180" y="52361"/>
              <a:ext cx="677564" cy="730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F4FA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DAHGG8pjKRw</dc:identifier>
  <dcterms:modified xsi:type="dcterms:W3CDTF">2011-08-01T06:04:30Z</dcterms:modified>
  <cp:revision>1</cp:revision>
  <dc:title>P1 - MM Solutions</dc:title>
</cp:coreProperties>
</file>